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960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9843-E010-42FF-B09F-D109126A7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874DC-28F2-4194-BFC6-B74D7A468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EF332-F5C8-4C05-B4ED-47898C22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D1C86-F8F3-437C-AB35-BEB295EA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FAF8-7785-482F-AB22-3783A283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2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25DD-8A92-43D8-A65C-2D3F1031B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C9EBE-0443-4E47-B2CB-2CDFCDB1A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D1A47-EAA9-4706-B8B2-49F2B595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B69C-0FFE-4386-967A-B9EC3286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43FE-2C6C-4B87-A96B-CF55FB2B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3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70F2-6886-40E1-96E4-831C4434C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0F286-1ED2-4AAB-9580-8BD7AFC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F261-6850-47D9-A3FC-9AA4C371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513EF-9CB9-4333-8702-E0BB9CB2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D852B-0DDC-4E27-BCE7-02FB7733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E67F-8BE0-4908-BBB5-4730D859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D69A-C12F-4D97-B435-328C43CFD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59D931-A97C-4E92-9D33-A88BD5F73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D194D-B7D9-4C55-9368-0302BC93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25AB9-793F-45EB-9AB4-A75E7F87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1DC9-32CC-4A33-BAC7-684F03DD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0599-1A58-4C25-A512-D30314CB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18C4F-2636-4DD9-85AC-30AE8119A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750EB-536B-42E3-8002-E416F3424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C5E7D-0B3C-4F44-B158-A08872421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A2B5-33A5-48CF-BE40-664187F8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99637-EA68-4A69-AEDB-3985A2E5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88157-7AF7-4DD7-A107-EA21B3DF2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DADBB-8E93-45D2-8A54-CF5CAD75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4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C94C-C0F5-4D25-9FEB-DE77902D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DA2A0-F08B-4447-B6EB-E1BB0EA7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63F8F-CCA4-4EF1-A455-CC402868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C786-489B-4170-B24B-E3CB832D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7FB05-69CA-45F5-935C-9717C520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6B596-DC0C-4385-81FD-BDE12704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8F1D5-071B-4488-A801-207106AC1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A541-9874-41F0-9B6D-D5C074BC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9F932-B615-4474-96C3-61541423F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A3AD3-E426-44EA-A0CA-B2E0D485C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0AB06-C3E6-46A0-9BCC-38943593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4705F-1FD4-48D9-AE38-97F8A730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285CC-3A6C-4D67-B032-13C9BABB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616A-9F2F-4398-9767-95718994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40C9D-EBAF-4A9C-96B9-BBDB65330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D67FD-CCFF-4962-AA49-3DE3E3B72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3B838-C9FE-403E-A4FF-01B03894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4210F-64C8-4812-BB29-6E45EBAA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4C53B-7B98-468B-9311-1237385A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0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9D3F-92C5-4C7E-81EF-EEA4D98F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449A2-A3C2-478C-9C86-6C4AA98A9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20B8-9519-4FEE-BDE6-C95A075F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6AD0F-BC1D-4775-8731-C8E0885B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72B0A-925F-465E-AAF3-54475660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6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995EDD-3C98-4F97-87C0-EBDE7B44A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DC24-0195-4A6D-BCCD-F59E2D182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0E854-5475-4681-AA2F-126FBCF5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78BEF-79D4-4936-8E94-C6714DF9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12D6-7F97-4AC8-B97E-8E65B066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D4409-52B8-4FCC-BAC0-9EE023FD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477C8-82F1-4DBC-99A5-867ED498B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381A-7A8A-411E-BBE4-0E0BCFE4E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5353-4853-4904-8668-334C6CE3E5FC}" type="datetimeFigureOut">
              <a:rPr lang="en-US" smtClean="0"/>
              <a:t>10/6/2021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D0669-C4FD-4ED4-A78A-05F05795F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7EDED-19D6-4563-B5A3-715350485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6E236-DC1B-4F80-B765-621602599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&#10;&#10;Description automatically generated">
            <a:extLst>
              <a:ext uri="{FF2B5EF4-FFF2-40B4-BE49-F238E27FC236}">
                <a16:creationId xmlns:a16="http://schemas.microsoft.com/office/drawing/2014/main" id="{1F6045AD-325D-49D5-A645-D52AB55E8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228" y="121125"/>
            <a:ext cx="7390476" cy="629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90FA0-A5A9-4676-BC37-6BE7CAB47B8D}"/>
              </a:ext>
            </a:extLst>
          </p:cNvPr>
          <p:cNvSpPr txBox="1"/>
          <p:nvPr/>
        </p:nvSpPr>
        <p:spPr>
          <a:xfrm>
            <a:off x="3535287" y="638484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00E73-B816-45CF-84D4-710725F86B5E}"/>
              </a:ext>
            </a:extLst>
          </p:cNvPr>
          <p:cNvSpPr txBox="1"/>
          <p:nvPr/>
        </p:nvSpPr>
        <p:spPr>
          <a:xfrm>
            <a:off x="3467885" y="101821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0.3 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AA6D49-021C-4559-941D-C17AF9065C83}"/>
              </a:ext>
            </a:extLst>
          </p:cNvPr>
          <p:cNvSpPr txBox="1"/>
          <p:nvPr/>
        </p:nvSpPr>
        <p:spPr>
          <a:xfrm>
            <a:off x="2439898" y="1175474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1 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F9E8D-A8A0-4160-ACC2-C09A37024A05}"/>
              </a:ext>
            </a:extLst>
          </p:cNvPr>
          <p:cNvSpPr txBox="1"/>
          <p:nvPr/>
        </p:nvSpPr>
        <p:spPr>
          <a:xfrm>
            <a:off x="2513029" y="1776939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3 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05B7C0-DBA1-443C-A2A2-09B503E7180D}"/>
              </a:ext>
            </a:extLst>
          </p:cNvPr>
          <p:cNvSpPr txBox="1"/>
          <p:nvPr/>
        </p:nvSpPr>
        <p:spPr>
          <a:xfrm>
            <a:off x="2745358" y="2653959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8 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2A51F5-EBB3-423E-A952-5817BBE3A767}"/>
              </a:ext>
            </a:extLst>
          </p:cNvPr>
          <p:cNvSpPr txBox="1"/>
          <p:nvPr/>
        </p:nvSpPr>
        <p:spPr>
          <a:xfrm>
            <a:off x="2745358" y="3416203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 = 18 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4727B-60AB-4F63-81D2-1989BDAFBB4D}"/>
              </a:ext>
            </a:extLst>
          </p:cNvPr>
          <p:cNvSpPr txBox="1"/>
          <p:nvPr/>
        </p:nvSpPr>
        <p:spPr>
          <a:xfrm>
            <a:off x="5907920" y="929253"/>
            <a:ext cx="21307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———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numerical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———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analytical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A4E07-65F4-4F38-B471-1023782ABFE5}"/>
              </a:ext>
            </a:extLst>
          </p:cNvPr>
          <p:cNvSpPr txBox="1"/>
          <p:nvPr/>
        </p:nvSpPr>
        <p:spPr>
          <a:xfrm>
            <a:off x="5691032" y="1718427"/>
            <a:ext cx="31386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= 1.2E-5 cm2·s-1</a:t>
            </a:r>
          </a:p>
          <a:p>
            <a:r>
              <a:rPr lang="en-US" dirty="0"/>
              <a:t>Initial condition:</a:t>
            </a:r>
          </a:p>
          <a:p>
            <a:r>
              <a:rPr lang="en-US" dirty="0"/>
              <a:t>c(t = 0, 0 &lt; x &lt; 40 Å) = c</a:t>
            </a:r>
            <a:r>
              <a:rPr lang="en-US" baseline="-25000" dirty="0"/>
              <a:t>0</a:t>
            </a:r>
            <a:r>
              <a:rPr lang="en-US" dirty="0"/>
              <a:t> = 1 M</a:t>
            </a:r>
          </a:p>
          <a:p>
            <a:r>
              <a:rPr lang="en-US" dirty="0"/>
              <a:t>c(t = 0, x &gt; 40 Å) = 0.</a:t>
            </a:r>
          </a:p>
          <a:p>
            <a:r>
              <a:rPr lang="en-US" dirty="0"/>
              <a:t>Boundary condition:</a:t>
            </a:r>
          </a:p>
          <a:p>
            <a:r>
              <a:rPr lang="en-US" dirty="0"/>
              <a:t>x &gt; 0 (Impermeable boundary at x = 0, semi-infinite)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226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Xianyuan</dc:creator>
  <cp:lastModifiedBy>Zhao Xianyuan</cp:lastModifiedBy>
  <cp:revision>13</cp:revision>
  <dcterms:created xsi:type="dcterms:W3CDTF">2021-10-06T03:31:17Z</dcterms:created>
  <dcterms:modified xsi:type="dcterms:W3CDTF">2021-10-06T15:56:49Z</dcterms:modified>
</cp:coreProperties>
</file>